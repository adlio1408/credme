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Next-Gen Credit Intelligence: CredMe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Summary, Architecture, Work Completed,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&amp;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Expand credit access to New-to-Credit (NTC) and thin-file customers using alternative data and real-time behavioral signals.</a:t>
            </a:r>
          </a:p>
          <a:p>
            <a:r>
              <a:t>Challenge: Traditional models rely on static historical data and miss many creditworthy individuals. Shift towards proactive, contextual decisioning.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Work (Recent Commits)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Git setup, README, Docker (E2E verified)</a:t>
            </a:r>
          </a:p>
          <a:p>
            <a:r>
              <a:t>- PaymentHistory bug fix</a:t>
            </a:r>
          </a:p>
          <a:p>
            <a:r>
              <a:t>- Fairness audit and report</a:t>
            </a:r>
          </a:p>
          <a:p>
            <a:r>
              <a:t>- Role-scoped API keys (Applicant / Admin)</a:t>
            </a:r>
          </a:p>
          <a:p>
            <a:r>
              <a:t>- Real-time transaction streaming + WebSocket</a:t>
            </a:r>
          </a:p>
          <a:p>
            <a:r>
              <a:t>- LLM narrative scaffold (template fallback)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Progress: Alternative Data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Adding illustrative signal: RentPaymentConsistency</a:t>
            </a:r>
          </a:p>
          <a:p>
            <a:r>
              <a:t>- Integrated into Decision API for thin-file applicants</a:t>
            </a:r>
          </a:p>
          <a:p>
            <a:r>
              <a:t>- Threshold: flag if &lt; 0.70 as financial concern</a:t>
            </a:r>
          </a:p>
          <a:p>
            <a:r>
              <a:t>- Unit tests added to assert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ReactJS (Vite)</a:t>
            </a:r>
          </a:p>
          <a:p>
            <a:r>
              <a:t>Backend: FastAPI (Python) — decision &amp; behavior engines</a:t>
            </a:r>
          </a:p>
          <a:p>
            <a:r>
              <a:t>DB: PostgreSQL (planned pgvector for semantic search)</a:t>
            </a:r>
          </a:p>
          <a:p>
            <a:r>
              <a:t>AI Layer: LLM via configurable API (template fallback if no key)</a:t>
            </a:r>
          </a:p>
          <a:p>
            <a:r>
              <a:t>Streaming: WebSocket endpoint for live transaction ingestion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Complete RentPaymentConsistency integration and run full test suite</a:t>
            </a:r>
          </a:p>
          <a:p>
            <a:r>
              <a:t>- Implement pgvector + semantic search endpoint (/semantic/similar-cases)</a:t>
            </a:r>
          </a:p>
          <a:p>
            <a:r>
              <a:t>- Add monitoring, secure secret management, and CI tests</a:t>
            </a:r>
          </a:p>
          <a:p>
            <a:r>
              <a:t>- Prepare demo and submission PPT/PDF per hackathon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